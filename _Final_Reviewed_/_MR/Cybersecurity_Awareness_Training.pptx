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Cybersecurity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B4D8"/>
                </a:solidFill>
              </a:defRPr>
            </a:pPr>
            <a:r>
              <a:t>Keamanan Informasi untuk Semua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5486400" cy="0"/>
          </a:xfrm>
          <a:prstGeom prst="rect">
            <a:avLst/>
          </a:prstGeom>
          <a:noFill/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 Pelatihan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Mengapa Keamanan Informasi Penting?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Ancaman Siber yang Umum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ISO 27001 &amp; UU PDP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Praktik Keamanan Sehari-hari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Pengelolaan Data &amp; Insiden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Skenario &amp; Kuis Interaktif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Mengapa Keamanan Informasi Penting?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data pribadi &amp; karyawan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Menjaga reputasi perusahaan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Menghindari kerugian finansial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Memenuhi persyaratan hukum &amp; regulasi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Menjamin kontinuitas bisnis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Meningkatkan kepercayaan pelanggan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Statistik Ancaman Siber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2.9 juta serangan data tercatat setiap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60% perusahaan menjadi target serangan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Kerugian rata-rata $4.45 juta per insiden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82% pelanggaran melibatkan faktor manusia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Ransomware meningkat 300% per tahun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Phishing tetap menjadi vektor serangan #1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Ancaman Siber di Indonesia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Indonesia ranking 4 negara paling diserang di Asia Pasifik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73% perusahaan lokal pernah terkena serangan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Phishing &amp; malware adalah ancaman utama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UU PDP (No. 27/2022) mewajibkan proteksi data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Denda hingga Rp 1 miliar untuk pelanggaran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Implementasi security awareness wajib untuk semua organisasi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Dampak Nyata Pelanggaran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Kehilangan data pelanggan &amp; transaksi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Identitas terancam diretas oleh cybercriminal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Perusahaan kehilangan kepercayaan publik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Penurunan nilai saham &amp;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Beban kerja meningkat untuk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Tuntutan hukum &amp; denda regulasi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ISO 27001 - Pengenalan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Standar internasional untuk Information Security Management System (ISMS)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Menetapkan persyaratan untuk melindungi informasi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Menggunakan pendekatan PLAN-DO-CHECK-ACT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Berlaku di Indonesia untuk organisasi internasional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Konsultasi dengan tim IT &amp; Compliance untuk implementasi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Setiap karyawan memiliki tanggung jawab dalam ISMS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ISO 27001 - Prinsip CIA Triad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CONFIDENTIALITY (Kerahasiaan): Data hanya diakses oleh pihak yang berwenang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INTEGRITY (Integritas): Data tidak dapat diubah tanpa otorisasi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AVAILABILITY (Ketersediaan): Data dapat diakses kapan diperlukan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Tanggung jawab Anda: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Menjaga password &amp; akses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Tidak membuka attachment dari sumber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Melaporkan aktivitas mencurigakan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ISO 27001 - Tanggung Jawab Karyawan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Mengikuti kebijakan keamanan perusahaan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Menggunakan password yang kuat &amp; berganti berkala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perangkat kerja dari akses tidak sah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Tidak membagikan informasi sensitif tanpa otorisasi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Melaporkan insiden keamanan kepada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Menyelesaikan training cybersecurity secara berkala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(Undang-Undang Perlindungan Data Pribadi)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UU No. 27 Tahun 2022 mulai berlaku Oktober 2023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data pribadi dari penyalahgunaan &amp; akses tidak sah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Berlaku untuk semua organisasi yang memproses data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Memberikan hak kepada individu atas data mereka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Mewajibkan organisasi untuk transparan &amp; 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Denda hingga Rp 1 miliar untuk pelanggaran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Definisi Data Pribadi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Data Pribadi Termasuk: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Nama lengkap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Nomor KTP/Paspor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Email &amp; nomor telepon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Riwayat medis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Foto &amp; video diri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Lokasi &amp; alamat rumah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Data biometrik (sidik jari)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Data Sensit jika menyangkut: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Ras &amp; etnis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Agama &amp; keyakinan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Partai politik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Kesehatan &amp; genetika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Kehidupan seksual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Catatan kriminal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Keanggotaan serikat kerja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Hak Subjek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Sebagai subjek data, Anda berhak untuk: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Mengetahui data pribadi apa yang dikumpulkan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Mendapatkan akses ke data pribadi Anda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Memperbaiki atau melengkapi data yang tidak akurat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Menghapus data pribadi (right to be forgotten)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Menolak pemrosesan data untuk tujuan tertentu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Mendapatkan kompensasi atas pelanggaran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Kewajiban Perusahaan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Mengumpulkan data hanya dengan persetujuan &amp; tujuan jelas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data dengan teknologi &amp; praktik keamanan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Membuat Kebijakan Privasi yang transparan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Melaporkan pelanggaran data dalam 72 jam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Melakukan Privacy Impact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Menunjuk Data Protection Officer (DPO) jika dibutuhkan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Sanksi Pelanggaran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Denda administratif: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Rp 100 juta untuk pelanggaran ringan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Rp 1 miliar untuk pelanggaran berat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Denda pidana: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Hingga 5 tahun penjara &amp;/atau denda Rp 5 miliar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Tanggung jawab pribadi: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Anda bisa dituntut secara pribadi atas kebocoran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Hubungan ISO 27001 &amp; UU PDP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ISO 27001 adalah kerangka teknis, UU PDP adalah kerangka hukum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Keduanya memiliki tujuan yang sama: melindungi data &amp; privasi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Implementasi ISO 27001 membantu perusahaan mematuhi UU PDP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Karyawan harus memahami kedua persyaratan ini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Training ini membantu Anda mengerti tanggung jawab hukum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Kepatuhan adalah tanggung jawab bersama semua level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Phishing - Cara Kerja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Phishing adalah taktik untuk mencuri data melalui email palsu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kerja phishing: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Attacker mengirim email yang terlihat dari sumber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Email meminta Anda klik link atau download attachment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Link membawa ke website palsu yang menyamar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Anda diminta login &amp; memasukkan password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Attacker mencuri kredensial Anda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Cara Mengenali Email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🚩 Tanda-tanda email phishing: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Dari alamat yang mirip tapi tidak persis (cth: bnk.com vs bank.com)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Meminta password, PIN, atau informasi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Urgency tinggi ('Akun Anda akan ditutup dalam 24 jam!')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Link yang tidak sesuai dengan text yang ditampilkan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Grammar &amp; spelling errors dalam bahasa yang seharusnya baik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Attachment mencurigakan (.exe, .zip dengan script)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Minta Anda 'verify' atau 'confirm' identitas secara mendadak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Malware - Jenis &amp; Dampak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MALWARE = Malicious Software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Jenis utama malware: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Virus: Menyebar dengan melampirkan diri pada file lain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Worm: Menyebar sendiri tanpa intervensi manusia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Ransomware: Enkripsi data &amp; meminta tebusan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Spyware: Mengintai aktivitas &amp; mencuri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Trojan: Menyamar sebagai software legit tapi berbahaya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Social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Manipulasi psikologis untuk membuat orang mengungkapkan informasi rahasia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Taktik social engineering umum: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Pretexting: Menyamar sebagai IT support untuk minta password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Baiting: Meninggalkan USB berisi malware untuk disadap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Tailgating: Mengikuti karyawan ke area terbatas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Vishing: Menelepon menyamar sebagai pihak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Quid pro quo: Menawarkan sesuatu sebagai imbalan informasi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Insider Threat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Ancaman dari pihak internal (karyawan, kontraktor)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Jenis insider threat: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Intentional: Karyawan disengaja membocorkan data untuk uang/dendam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Unintentional: Karyawan tidak sengaja membocorkan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Negligent: Karyawan tidak mengikuti kebijakan keamanan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mengurangi insider threat: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Limit akses data berdasarkan kebutuhan kerja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Monitor aktivitas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Audit log akses berkala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Ransomware &amp; Cryptocurrency Threats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RANSOMWARE: Malware yang mengenkripsi data &amp; minta tebusan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penyebaran: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Email phishing dengan attachment malware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Download dari website palsu atau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Exploit kerentanan software yang tidak diupdate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Pencegahan: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buka attachment dari sumber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Update software &amp; OS secara berkala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Backup data penting secara berkala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Password yang Kuat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Kriteria password yang 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Minimal 12 karakter (lebih panjang lebih baik)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Kombinasi huruf BESAR, huruf kecil, angka, &amp; simbol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Tidak mengandung nama, tanggal lahir, atau informasi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Unik untuk setiap akun penting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Diganti setiap 90 hari atau lebih sering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Contoh PASSWORD KUAT: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BadanggaR!2024@Secure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Multi-Factor Authentication (MFA)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MFA menambah lapisan keamanan dengan meminta verifikasi tambahan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Jenis faktor autentikasi: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Sesuatu yang Anda ketahui: Password, PIN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Sesuatu yang Anda miliki: Telepon, kartu keamanan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Sesuatu yang Anda adalah: Sidik jari, wajah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Implementasi MFA: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Aktifkan MFA di email &amp; akun penting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Authenticator app (Google, Microsoft, Authy)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Simpan backup codes di tempat aman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Keamanan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Email adalah target utama phishing &amp; malware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Praktik keamanan email: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klik link dari email mencurigakan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Hover link sebelum click untuk lihat URL aslinya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download attachment dari sumber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Verifikasi pengirim dengan cara lain (telepon, chat internal)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BCC untuk group email besar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Logout dari akun email saat tidak digunakan di PC publik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Lapor ke IT jika ada email mencurigakan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Keamanan Browsing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Browser adalah gerbang pertama ke dunia online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Tips browsing 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Periksa padlock &amp; 'https://' untuk koneksi 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memasukkan password di website HTTP (tidak aman)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Update browser ke versi terbaru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Install extension keamanan (uBlock Origin, HTTPS Everywhere)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download software dari website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VPN di network publik (Wi-Fi terbuka)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Bersihkan cookie &amp; cache berkala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Media Sosial &amp; Risiko Keamanan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Media sosial adalah sumber informasi yang banyak tentang Anda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Risiko media sosial: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Attacker menggunakan info publik untuk social engineering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Password recovery questions sering berdasarkan info sosial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Phishing melalui pesan DM dari akun palsu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Best practices: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Privacy setting dibuat privat (hanya teman yang lihat)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post lokasi real-time atau alamat rumah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bagikan foto identitas (KTP, paspor)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Hati-hati dengan permintaan pertemanan dari akun baru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Penggunaan Perangkat Kerja (BYOD)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BYOD = Bring Your Own Device (gunakan device pribadi untuk kerja)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Keamanan perangkat: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Install antivirus &amp; update OS secara berkala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password/PIN untuk unlock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Enkripsi hard drive/SSD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jailbreak atau root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app dari official store saja (App Store, Play Store)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Backup penting data sebelum akses jaringan perusahaan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VPN perusahaan untuk koneksi ke sistem internal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Keamanan Saat Remote Work (WFH)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Remote work meningkatkan risiko keamanan tanpa supervision fisik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Best practices WFH: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Bekerja di lokasi aman, hindari public WiFi untuk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VPN perusahaan untuk semua koneksi jaringan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Kunci layar saat pergi (Windows key + 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gunakan shared device untuk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work di aplikasi video conference dengan background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Hati-hati dengan social engineering via video call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Log out dari akun kerja saat selesai bekerja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Clean Desk Policy &amp; Physical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Fisik security sama pentingnya dengan digital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Clean desk policy: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Tidak ada dokumen rahasia tertinggal di meja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Shred dokumen sensitif sebelum buang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Kunci drawer &amp; cabinet yang berisi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tinggalkan perangkat tanpa pengawasan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foto atau scan dokumen untuk personal 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Physical security: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Periksa siapa sebelum buka akses badge ke area terbatas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leave door open untuk orang di belakang (tailgating)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Report perangkat atau dokumen asing ke IT/Security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Klasifikasi &amp; Pengelolaan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diklasifikasi berdasarkan level sensitivitas: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PUBLIC: Boleh dibagikan secara umum (website content)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INTERNAL: Hanya untuk karyawan internal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CONFIDENTIAL: Sangat sensitif (password, financial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RESTRICTED: Paling sensitif (personal data, medical records)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Tanggung jawab Anda: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Perlakukan data sesuai klasifikasinya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bagikan data CONFIDENTIAL tanpa izin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copy data ke personal device tanpa otorisasi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Berbagi Data Secara Aman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sering perlu dibagikan untuk pekerjaan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berbagi data 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secure channel (encrypted email, secure file transfer)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Verifikasi penerima sebelum kirim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gunakan WhatsApp atau social media untuk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forward email berisi data sensitif tanpa perlu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file encryption jika kirim via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Batasi akses dengan password untuk shared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Hapus data dari sharing platform setelah tidak dibutuhkan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Prosedur Pelaporan Insiden Keamanan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INSIDEN: Pelanggaran keamanan atau aktivitas mencurigakan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Lapor ke IT Security segera jika terjadi: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Phishing email atau link mencurigakan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Malware atau aktivitas aneh di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Akses tidak sah ke akun atau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Kebocoran data atau dokumen yang hilang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Device yang hilang atau dicuri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Aktivitas tidak normal di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Hubungi IT: [nomor/email akan ditambahkan perusahaan]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Apa yang Dilakukan Saat Insiden?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Jangan panik atau menutupi insiden - lapor segera!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Proses respons insiden: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CONTAINMENT: IT melokalisir &amp; menghentikan penyebaran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INVESTIGATION: Tim security menyelidiki penyebab &amp; scope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ERADICATION: Malware dihapus &amp; kerentanan diperbaiki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RECOVERY: Data dipulihkan dari backup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LESSONS LEARNED: Tim belajar untuk cegah di masa depan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Karyawan diminta: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hapus bukti atau 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Ikuti instruksi IT untuk remediation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DO's - Kebiasaan Keamanan yang Baik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✓ DO's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Gunakan password kuat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Aktifkan MFA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Update software berkala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Backup data penting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Logout saat selesai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Lapor aktivitas mencurigakan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Ikuti training security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Verifikasi pengirim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✗ DON'Ts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Bagikan password dengan siapa pun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Klik link dari email tidak terpercaya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Download dari website mencurigakan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Tinggalkan device tanpa kunci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Gunakan public WiFi untuk data sensitif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Simpan password di sticky note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Buka attachment dari sumber aneh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Ignoring security alerts dari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Skenario 1: Email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SKENARIO: Anda terima email dari 'Bank Support' meminta login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Email says: 'Akun Anda akan ditutup dalam 1 jam, klik link ini'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Link adalah: banksupp0rt-verify.com (bukan resmi)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🚨 TANDA PHISHING: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Urgency tinggi (1 jam)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Domain tidak resmi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Minta password via email (bank tidak pernah)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AKSI YANG BENAR: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klik link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Telepon bank dengan nomor resmi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Lapor email phishing ke 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Skenario 2: Kebocoran Data Tidak Sengaja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SKENARIO: Anda forward email ke teman yang berisi data pribadi pelanggan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Teman menerima akses ke data yang seharusnya confidential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⚠️ DAMPAK: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Melanggar UU PDP (denda ribuan juta!)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Melanggar ISO 27001 (kebijakan perusahaan)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Perusahaan terkena denda &amp; reputasi rusak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Anda bisa bertanggung jawab secara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CARA MENCEGAH: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Check penerima email sebelum send (BCC bukan TO)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forward email dengan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Tanya apakah orang itu perlu data itu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yang TIDAK boleh dilakukan saat membuat password?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Menggunakan kombinasi huruf besar, kecil, &amp; angka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Menggunakan nama + tanggal lahir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Membuat minimal 12 karakter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Mengubah password setiap 90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Password tidak boleh mengandung informasi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yang mudah ditebak seperti nama atau tanggal lahir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Bagaimana cara terbaik untuk berbagi file sensitif dengan rekan kerja?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Kirim via WhatsApp atau Facebook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Upload ke personal Dropbox &amp; share link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Gunakan secure file transfer dari IT dengan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Email langsung tanpa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sensitif harus melalui channel aman yang encrypted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&amp; termonitor oleh IT untuk compliance &amp; audit trail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itu UU PDP &amp; kenapa penting?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Undang-undang tentang parkir digital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Undang-undang Perlindungan Data Pribadi untuk melindungi privasi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Program pelatihan pengembangan produk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Policy distribusi perangkat untuk karyawan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UU PDP (No. 27/2022) melindungi data pribadi dari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penyalahgunaan dengan denda hingga Rp 1 miliar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Anda terima email dari 'IT Support' meminta password untuk 'update'.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yang harus dilakukan?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Langsung kirim password via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Telepon IT office dengan nomor dari internal directory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Ignore email tersebut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Balas email dengan password dalam format 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IT TIDAK PERNAH meminta password via email.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Selalu verifikasi dengan cara lain (telepon internal)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yang dimaksud dengan CIA Triad dalam ISO 27001?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Confidentiality, Integrity, Availability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Central Intelligence Agency Triad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Computer Information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Cyber Incident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CIA adalah prinsip dasar keamanan informasi: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Confidentiality: Data hanya akses authorized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Integrity: Data tidak diubah tanpa izin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Availability: Data tersedia saat dibutuhkan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Rangkuman &amp; Komitmen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Keamanan informasi adalah tanggung jawab BERSAMA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Poin penting yang harus diingat: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Phishing &amp; malware adalah ancaman terbesar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Password kuat &amp; MFA adalah pertahanan pertama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ISO 27001 &amp; UU PDP adalah kerangka keamanan kami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Report insiden segera ke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Data pribadi harus dilindungi dengan serius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Komitmen Anda hari ini adalah keamanan kita besok!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Terima Kasih!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B4D8"/>
                </a:solidFill>
              </a:defRPr>
            </a:pPr>
            <a:r>
              <a:t>Tetap Aman. Tetap Waspada. Tetap Belajar.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5486400" cy="0"/>
          </a:xfrm>
          <a:prstGeom prst="rect">
            <a:avLst/>
          </a:prstGeom>
          <a:noFill/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